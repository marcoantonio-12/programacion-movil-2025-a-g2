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3325" autoAdjust="0"/>
  </p:normalViewPr>
  <p:slideViewPr>
    <p:cSldViewPr snapToGrid="0">
      <p:cViewPr>
        <p:scale>
          <a:sx n="46" d="100"/>
          <a:sy n="46" d="100"/>
        </p:scale>
        <p:origin x="13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960C1-43C4-8E72-043C-7C38804DE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1D714A-DF0F-7714-3294-0AD66D171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5900C4-88CA-953D-4908-757F91CD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F52E2-2FDB-8F30-DAA1-76BF4CE2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CCC909-516F-0C84-FA58-18F8A140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90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47735-6237-62D7-08E3-A94AB424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E23173-43E9-F1BE-F6AD-214755D2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E17DC2-A6C4-0CF8-56AA-FEBEE7A8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223118-013D-501C-06FA-7FED2522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8A0489-29B3-C199-6438-B342253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529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B3521-D504-784A-4C8C-D1D52B3F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624877-580B-A17D-1A2D-7CD84155D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86DEB7-0327-AD11-48F2-8F7A665A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1DF74-5B7E-8DA2-32A7-7CB10B19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AED54C-1F3E-B1BE-BB41-ACA12D39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373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3B345-6211-6FB8-0C6B-5C4D5CAB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F9ED3E-D1F9-3627-E640-873E788B6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A6388E-1394-F6A9-99FE-67C502A4C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20168D-C5D2-AD8B-B052-B626E813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394808-6461-AB05-0BF5-F50827F9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65741A-8715-D7EF-7C41-35D9DEF0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75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FE381-F4E0-0958-0337-B5CF221E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87912-200F-38B0-2F82-07EF2DF5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334A92-6EB3-8943-5BD2-27E8EA01D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1F019F-FAAC-4577-29EA-669F864B9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6A5812-0BD7-DC8B-2B59-C6FEF5689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91BFCD-DDA5-89A4-96DF-58A381F6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D819DE-F6A3-792E-E1CD-296E191B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2575BF-185E-05A6-3DAE-C012487A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850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0694D-90AF-2091-FF4A-7EFDEF36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4DEBBB-D6C0-37F9-35E3-67305846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1AF28D-81BA-0D85-3ECD-D04B3946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A6CC4E-9505-5470-083B-395855F5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71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2D9F0E-2433-37A9-194F-FDF122FD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83BD27-754C-AB65-845B-57F4A5C7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5C92D1-9CC6-BACF-4170-F54ECBF1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023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B9A2B-B0BB-44F4-FBF5-30EC5F8C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F131B6-A277-F9D3-58F1-627887CC2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BF353B-04DF-515E-8BE1-937DFD28B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486EED-FD41-B7DF-AC63-D4BE84DD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F396A8-C73F-F40C-441A-65364401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55A647-2404-B408-852A-39B19C71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311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9620D-3EED-2096-6D0A-C1B7E47B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A35052-9C8D-BAFC-7894-1F44FCF48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F7D997-2F6A-E0D8-66DF-6566EEE5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9E0551-862A-8706-B591-43218A1B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89BF1A-F2A0-F948-4C2C-1615A2AC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ADDF18-C8A7-1FA1-58B9-D6797D13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88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52B6-BD22-C4E6-D011-5DDA9769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5505D8-2457-C77E-4AF8-613F8B2A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BF449-B0F0-9BDC-39C8-A36B65A4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51382A-B000-CD0A-0207-AD779C29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F2BAE-E48F-757B-BCB3-EE94D91C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52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37ED5F-2AB9-B543-44B4-EDC0EA643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3885E6-5E11-4382-2225-FD912165B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1728CD-13C2-8294-1E91-84ECAC4E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56FC35-ACFD-7BAA-CE01-84191247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40ABBF-4A37-6B5D-A31D-360348AD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496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11E2B1-79B7-CCAB-E447-3151FE8F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CB2E6E-3933-0DC9-DFD2-BA7EA319E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BE0D5-3A31-5641-8AD6-8CEBDFD8A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92FE3-BA93-43C5-9DD5-FB1C372388EE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071FB-D1E8-9E6D-35DA-EA52CCEC5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2F577C-C0F3-73B9-BC22-8D11BF282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6E89A-1EB8-40E4-B649-7A29412D04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544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F29CE97-768D-2B54-ABB4-547B1B144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es un 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componente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A5670C-6F50-8841-537C-CB3BCDEEB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Un </a:t>
            </a:r>
            <a:r>
              <a:rPr lang="en-US" sz="1800" dirty="0" err="1">
                <a:solidFill>
                  <a:schemeClr val="tx2"/>
                </a:solidFill>
              </a:rPr>
              <a:t>componente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en</a:t>
            </a:r>
            <a:r>
              <a:rPr lang="en-US" sz="1800" dirty="0">
                <a:solidFill>
                  <a:schemeClr val="tx2"/>
                </a:solidFill>
              </a:rPr>
              <a:t> Angular es </a:t>
            </a:r>
            <a:r>
              <a:rPr lang="en-US" sz="1800" dirty="0" err="1">
                <a:solidFill>
                  <a:schemeClr val="tx2"/>
                </a:solidFill>
              </a:rPr>
              <a:t>una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pieza</a:t>
            </a:r>
            <a:r>
              <a:rPr lang="en-US" sz="1800" dirty="0">
                <a:solidFill>
                  <a:schemeClr val="tx2"/>
                </a:solidFill>
              </a:rPr>
              <a:t> de </a:t>
            </a:r>
            <a:r>
              <a:rPr lang="en-US" sz="1800" dirty="0" err="1">
                <a:solidFill>
                  <a:schemeClr val="tx2"/>
                </a:solidFill>
              </a:rPr>
              <a:t>código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reutilizable</a:t>
            </a:r>
            <a:r>
              <a:rPr lang="en-US" sz="1800" dirty="0">
                <a:solidFill>
                  <a:schemeClr val="tx2"/>
                </a:solidFill>
              </a:rPr>
              <a:t> que </a:t>
            </a:r>
            <a:r>
              <a:rPr lang="en-US" sz="1800" dirty="0" err="1">
                <a:solidFill>
                  <a:schemeClr val="tx2"/>
                </a:solidFill>
              </a:rPr>
              <a:t>representa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una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parte</a:t>
            </a:r>
            <a:r>
              <a:rPr lang="en-US" sz="1800" dirty="0">
                <a:solidFill>
                  <a:schemeClr val="tx2"/>
                </a:solidFill>
              </a:rPr>
              <a:t> de la </a:t>
            </a:r>
            <a:r>
              <a:rPr lang="en-US" sz="1800" dirty="0" err="1">
                <a:solidFill>
                  <a:schemeClr val="tx2"/>
                </a:solidFill>
              </a:rPr>
              <a:t>interfaz</a:t>
            </a:r>
            <a:r>
              <a:rPr lang="en-US" sz="1800" dirty="0">
                <a:solidFill>
                  <a:schemeClr val="tx2"/>
                </a:solidFill>
              </a:rPr>
              <a:t> de </a:t>
            </a:r>
            <a:r>
              <a:rPr lang="en-US" sz="1800" dirty="0" err="1">
                <a:solidFill>
                  <a:schemeClr val="tx2"/>
                </a:solidFill>
              </a:rPr>
              <a:t>usuario</a:t>
            </a:r>
            <a:r>
              <a:rPr lang="en-US" sz="1800" dirty="0">
                <a:solidFill>
                  <a:schemeClr val="tx2"/>
                </a:solidFill>
              </a:rPr>
              <a:t> de la </a:t>
            </a:r>
            <a:r>
              <a:rPr lang="en-US" sz="1800" dirty="0" err="1">
                <a:solidFill>
                  <a:schemeClr val="tx2"/>
                </a:solidFill>
              </a:rPr>
              <a:t>aplicación</a:t>
            </a:r>
            <a:r>
              <a:rPr lang="en-US" sz="1800" dirty="0">
                <a:solidFill>
                  <a:schemeClr val="tx2"/>
                </a:solidFill>
              </a:rPr>
              <a:t>. Cada </a:t>
            </a:r>
            <a:r>
              <a:rPr lang="en-US" sz="1800" dirty="0" err="1">
                <a:solidFill>
                  <a:schemeClr val="tx2"/>
                </a:solidFill>
              </a:rPr>
              <a:t>componente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está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compuesto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por</a:t>
            </a:r>
            <a:r>
              <a:rPr lang="en-US" sz="1800" dirty="0">
                <a:solidFill>
                  <a:schemeClr val="tx2"/>
                </a:solidFill>
              </a:rPr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Un </a:t>
            </a:r>
            <a:r>
              <a:rPr lang="en-US" sz="1800" dirty="0" err="1">
                <a:solidFill>
                  <a:schemeClr val="tx2"/>
                </a:solidFill>
              </a:rPr>
              <a:t>archivo</a:t>
            </a:r>
            <a:r>
              <a:rPr lang="en-US" sz="1800" dirty="0">
                <a:solidFill>
                  <a:schemeClr val="tx2"/>
                </a:solidFill>
              </a:rPr>
              <a:t> TypeScript (.</a:t>
            </a:r>
            <a:r>
              <a:rPr lang="en-US" sz="1800" dirty="0" err="1">
                <a:solidFill>
                  <a:schemeClr val="tx2"/>
                </a:solidFill>
              </a:rPr>
              <a:t>ts</a:t>
            </a:r>
            <a:r>
              <a:rPr lang="en-US" sz="1800" dirty="0">
                <a:solidFill>
                  <a:schemeClr val="tx2"/>
                </a:solidFill>
              </a:rPr>
              <a:t>): </a:t>
            </a:r>
            <a:r>
              <a:rPr lang="en-US" sz="1800" dirty="0" err="1">
                <a:solidFill>
                  <a:schemeClr val="tx2"/>
                </a:solidFill>
              </a:rPr>
              <a:t>Contiene</a:t>
            </a:r>
            <a:r>
              <a:rPr lang="en-US" sz="1800" dirty="0">
                <a:solidFill>
                  <a:schemeClr val="tx2"/>
                </a:solidFill>
              </a:rPr>
              <a:t> la </a:t>
            </a:r>
            <a:r>
              <a:rPr lang="en-US" sz="1800" dirty="0" err="1">
                <a:solidFill>
                  <a:schemeClr val="tx2"/>
                </a:solidFill>
              </a:rPr>
              <a:t>lógica</a:t>
            </a:r>
            <a:r>
              <a:rPr lang="en-US" sz="1800" dirty="0">
                <a:solidFill>
                  <a:schemeClr val="tx2"/>
                </a:solidFill>
              </a:rPr>
              <a:t> del </a:t>
            </a:r>
            <a:r>
              <a:rPr lang="en-US" sz="1800" dirty="0" err="1">
                <a:solidFill>
                  <a:schemeClr val="tx2"/>
                </a:solidFill>
              </a:rPr>
              <a:t>componente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Un </a:t>
            </a:r>
            <a:r>
              <a:rPr lang="en-US" sz="1800" dirty="0" err="1">
                <a:solidFill>
                  <a:schemeClr val="tx2"/>
                </a:solidFill>
              </a:rPr>
              <a:t>archivo</a:t>
            </a:r>
            <a:r>
              <a:rPr lang="en-US" sz="1800" dirty="0">
                <a:solidFill>
                  <a:schemeClr val="tx2"/>
                </a:solidFill>
              </a:rPr>
              <a:t> HTML (.html): Define la </a:t>
            </a:r>
            <a:r>
              <a:rPr lang="en-US" sz="1800" dirty="0" err="1">
                <a:solidFill>
                  <a:schemeClr val="tx2"/>
                </a:solidFill>
              </a:rPr>
              <a:t>estructura</a:t>
            </a:r>
            <a:r>
              <a:rPr lang="en-US" sz="1800" dirty="0">
                <a:solidFill>
                  <a:schemeClr val="tx2"/>
                </a:solidFill>
              </a:rPr>
              <a:t> visual del </a:t>
            </a:r>
            <a:r>
              <a:rPr lang="en-US" sz="1800" dirty="0" err="1">
                <a:solidFill>
                  <a:schemeClr val="tx2"/>
                </a:solidFill>
              </a:rPr>
              <a:t>componente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Un </a:t>
            </a:r>
            <a:r>
              <a:rPr lang="en-US" sz="1800" dirty="0" err="1">
                <a:solidFill>
                  <a:schemeClr val="tx2"/>
                </a:solidFill>
              </a:rPr>
              <a:t>archivo</a:t>
            </a:r>
            <a:r>
              <a:rPr lang="en-US" sz="1800" dirty="0">
                <a:solidFill>
                  <a:schemeClr val="tx2"/>
                </a:solidFill>
              </a:rPr>
              <a:t> CSS/SCSS (.</a:t>
            </a:r>
            <a:r>
              <a:rPr lang="en-US" sz="1800" dirty="0" err="1">
                <a:solidFill>
                  <a:schemeClr val="tx2"/>
                </a:solidFill>
              </a:rPr>
              <a:t>css</a:t>
            </a:r>
            <a:r>
              <a:rPr lang="en-US" sz="1800" dirty="0">
                <a:solidFill>
                  <a:schemeClr val="tx2"/>
                </a:solidFill>
              </a:rPr>
              <a:t> o .</a:t>
            </a:r>
            <a:r>
              <a:rPr lang="en-US" sz="1800" dirty="0" err="1">
                <a:solidFill>
                  <a:schemeClr val="tx2"/>
                </a:solidFill>
              </a:rPr>
              <a:t>scss</a:t>
            </a:r>
            <a:r>
              <a:rPr lang="en-US" sz="1800" dirty="0">
                <a:solidFill>
                  <a:schemeClr val="tx2"/>
                </a:solidFill>
              </a:rPr>
              <a:t>): </a:t>
            </a:r>
            <a:r>
              <a:rPr lang="en-US" sz="1800" dirty="0" err="1">
                <a:solidFill>
                  <a:schemeClr val="tx2"/>
                </a:solidFill>
              </a:rPr>
              <a:t>Contiene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los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estilos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específicos</a:t>
            </a:r>
            <a:r>
              <a:rPr lang="en-US" sz="1800" dirty="0">
                <a:solidFill>
                  <a:schemeClr val="tx2"/>
                </a:solidFill>
              </a:rPr>
              <a:t> del </a:t>
            </a:r>
            <a:r>
              <a:rPr lang="en-US" sz="1800" dirty="0" err="1">
                <a:solidFill>
                  <a:schemeClr val="tx2"/>
                </a:solidFill>
              </a:rPr>
              <a:t>componente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En Ionic con Angular, </a:t>
            </a:r>
            <a:r>
              <a:rPr lang="en-US" sz="1800" dirty="0" err="1">
                <a:solidFill>
                  <a:schemeClr val="tx2"/>
                </a:solidFill>
              </a:rPr>
              <a:t>los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componentes</a:t>
            </a:r>
            <a:r>
              <a:rPr lang="en-US" sz="1800" dirty="0">
                <a:solidFill>
                  <a:schemeClr val="tx2"/>
                </a:solidFill>
              </a:rPr>
              <a:t> también </a:t>
            </a:r>
            <a:r>
              <a:rPr lang="en-US" sz="1800" dirty="0" err="1">
                <a:solidFill>
                  <a:schemeClr val="tx2"/>
                </a:solidFill>
              </a:rPr>
              <a:t>pueden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incluir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elementos</a:t>
            </a:r>
            <a:r>
              <a:rPr lang="en-US" sz="1800" dirty="0">
                <a:solidFill>
                  <a:schemeClr val="tx2"/>
                </a:solidFill>
              </a:rPr>
              <a:t> de la </a:t>
            </a:r>
            <a:r>
              <a:rPr lang="en-US" sz="1800" dirty="0" err="1">
                <a:solidFill>
                  <a:schemeClr val="tx2"/>
                </a:solidFill>
              </a:rPr>
              <a:t>biblioteca</a:t>
            </a:r>
            <a:r>
              <a:rPr lang="en-US" sz="1800" dirty="0">
                <a:solidFill>
                  <a:schemeClr val="tx2"/>
                </a:solidFill>
              </a:rPr>
              <a:t> de Ionic, </a:t>
            </a:r>
            <a:r>
              <a:rPr lang="en-US" sz="1800" dirty="0" err="1">
                <a:solidFill>
                  <a:schemeClr val="tx2"/>
                </a:solidFill>
              </a:rPr>
              <a:t>como</a:t>
            </a:r>
            <a:r>
              <a:rPr lang="en-US" sz="1800" dirty="0">
                <a:solidFill>
                  <a:schemeClr val="tx2"/>
                </a:solidFill>
              </a:rPr>
              <a:t> ion-card, ion-button, etc., para </a:t>
            </a:r>
            <a:r>
              <a:rPr lang="en-US" sz="1800" dirty="0" err="1">
                <a:solidFill>
                  <a:schemeClr val="tx2"/>
                </a:solidFill>
              </a:rPr>
              <a:t>construir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aplicaciones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móviles</a:t>
            </a:r>
            <a:r>
              <a:rPr lang="en-US" sz="1800" dirty="0">
                <a:solidFill>
                  <a:schemeClr val="tx2"/>
                </a:solidFill>
              </a:rPr>
              <a:t> con </a:t>
            </a:r>
            <a:r>
              <a:rPr lang="en-US" sz="1800" dirty="0" err="1">
                <a:solidFill>
                  <a:schemeClr val="tx2"/>
                </a:solidFill>
              </a:rPr>
              <a:t>una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apariencia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nativa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864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E2913F-ACA0-6CBF-DEF1-3ED49FC6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938" y="344774"/>
            <a:ext cx="6720562" cy="148402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MX" dirty="0"/>
              <a:t>¿Para qué sirve un componente?</a:t>
            </a:r>
            <a:endParaRPr lang="en-US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DD0648C6-7007-AB4B-69AD-56084073A98E}"/>
              </a:ext>
            </a:extLst>
          </p:cNvPr>
          <p:cNvSpPr txBox="1">
            <a:spLocks/>
          </p:cNvSpPr>
          <p:nvPr/>
        </p:nvSpPr>
        <p:spPr>
          <a:xfrm>
            <a:off x="2533799" y="1828800"/>
            <a:ext cx="7774693" cy="3602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solidFill>
                  <a:schemeClr val="tx2"/>
                </a:solidFill>
              </a:rPr>
              <a:t>Los componentes sirven para:</a:t>
            </a:r>
          </a:p>
          <a:p>
            <a:pPr algn="ctr"/>
            <a:r>
              <a:rPr lang="es-MX" sz="2000" dirty="0">
                <a:solidFill>
                  <a:schemeClr val="tx2"/>
                </a:solidFill>
              </a:rPr>
              <a:t>✅ Reutilizar código y evitar la duplicación.</a:t>
            </a:r>
          </a:p>
          <a:p>
            <a:pPr algn="ctr"/>
            <a:r>
              <a:rPr lang="es-MX" sz="2000" dirty="0">
                <a:solidFill>
                  <a:schemeClr val="tx2"/>
                </a:solidFill>
              </a:rPr>
              <a:t>✅ Organizar la interfaz de usuario en pequeñas partes modulares.</a:t>
            </a:r>
          </a:p>
          <a:p>
            <a:pPr algn="ctr"/>
            <a:r>
              <a:rPr lang="es-MX" sz="2000" dirty="0">
                <a:solidFill>
                  <a:schemeClr val="tx2"/>
                </a:solidFill>
              </a:rPr>
              <a:t>✅ Facilitar el mantenimiento y escalabilidad de la aplicación.</a:t>
            </a:r>
          </a:p>
          <a:p>
            <a:pPr algn="ctr"/>
            <a:r>
              <a:rPr lang="es-MX" sz="2000" dirty="0">
                <a:solidFill>
                  <a:schemeClr val="tx2"/>
                </a:solidFill>
              </a:rPr>
              <a:t>✅ Permitir la comunicación entre diferentes partes de la aplicación, enviando y recibiendo datos.</a:t>
            </a:r>
          </a:p>
          <a:p>
            <a:pPr algn="ctr"/>
            <a:r>
              <a:rPr lang="es-MX" sz="2000" dirty="0">
                <a:solidFill>
                  <a:schemeClr val="tx2"/>
                </a:solidFill>
              </a:rPr>
              <a:t>Ejemplo: Un componente puede representar una tarjeta de usuario en una aplicación de contactos, mostrando su foto, nombre y datos básicos.</a:t>
            </a:r>
          </a:p>
          <a:p>
            <a:pPr algn="ctr"/>
            <a:endParaRPr lang="es-MX" sz="2000" dirty="0">
              <a:solidFill>
                <a:schemeClr val="tx2"/>
              </a:solidFill>
            </a:endParaRPr>
          </a:p>
          <a:p>
            <a:pPr algn="ctr"/>
            <a:endParaRPr lang="es-MX" sz="2000" dirty="0">
              <a:solidFill>
                <a:schemeClr val="tx2"/>
              </a:solidFill>
            </a:endParaRPr>
          </a:p>
          <a:p>
            <a:pPr algn="ctr"/>
            <a:endParaRPr lang="es-MX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32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D01D77C-975E-9A05-72C1-FDE972E1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623" y="873871"/>
            <a:ext cx="7463084" cy="4735219"/>
          </a:xfrm>
        </p:spPr>
        <p:txBody>
          <a:bodyPr>
            <a:normAutofit/>
          </a:bodyPr>
          <a:lstStyle/>
          <a:p>
            <a:r>
              <a:rPr lang="es-MX" sz="6000" dirty="0">
                <a:solidFill>
                  <a:schemeClr val="tx2"/>
                </a:solidFill>
              </a:rPr>
              <a:t>¿Cómo se usa en el </a:t>
            </a:r>
            <a:r>
              <a:rPr lang="es-MX" sz="6000" dirty="0" err="1">
                <a:solidFill>
                  <a:schemeClr val="tx2"/>
                </a:solidFill>
              </a:rPr>
              <a:t>framework</a:t>
            </a:r>
            <a:r>
              <a:rPr lang="es-MX" sz="6000" dirty="0">
                <a:solidFill>
                  <a:schemeClr val="tx2"/>
                </a:solidFill>
              </a:rPr>
              <a:t> asignado (Angular, </a:t>
            </a:r>
            <a:r>
              <a:rPr lang="es-MX" sz="6000" dirty="0" err="1">
                <a:solidFill>
                  <a:schemeClr val="tx2"/>
                </a:solidFill>
              </a:rPr>
              <a:t>React</a:t>
            </a:r>
            <a:r>
              <a:rPr lang="es-MX" sz="6000" dirty="0">
                <a:solidFill>
                  <a:schemeClr val="tx2"/>
                </a:solidFill>
              </a:rPr>
              <a:t> o </a:t>
            </a:r>
            <a:r>
              <a:rPr lang="es-MX" sz="6000" dirty="0" err="1">
                <a:solidFill>
                  <a:schemeClr val="tx2"/>
                </a:solidFill>
              </a:rPr>
              <a:t>Vue</a:t>
            </a:r>
            <a:r>
              <a:rPr lang="es-MX" sz="6000" dirty="0">
                <a:solidFill>
                  <a:schemeClr val="tx2"/>
                </a:solidFill>
              </a:rPr>
              <a:t> con </a:t>
            </a:r>
            <a:r>
              <a:rPr lang="es-MX" sz="6000" dirty="0" err="1">
                <a:solidFill>
                  <a:schemeClr val="tx2"/>
                </a:solidFill>
              </a:rPr>
              <a:t>Ionic</a:t>
            </a:r>
            <a:r>
              <a:rPr lang="es-MX" sz="6000" dirty="0">
                <a:solidFill>
                  <a:schemeClr val="tx2"/>
                </a:solidFill>
              </a:rPr>
              <a:t>)?</a:t>
            </a:r>
            <a:endParaRPr lang="es-CO"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28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96BC9E8-39D6-C665-9CEE-9A287DF4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1" y="182880"/>
            <a:ext cx="11767726" cy="64695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Creación del Componente.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CODIGO: ng generate component persona-card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¿que hace esto</a:t>
            </a:r>
            <a:r>
              <a:rPr lang="en-US" sz="2800" dirty="0">
                <a:solidFill>
                  <a:schemeClr val="tx2"/>
                </a:solidFill>
              </a:rPr>
              <a:t>?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Genera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carpeta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llamada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persona-card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dentro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src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/app/.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7781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72642-E8C6-9564-2FAC-F651C231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C3259E-3F20-851F-94B3-0EA9F3DF9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A95B89-B4ED-6586-9D26-932C58DB7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367B768-F0D4-E2EC-9262-094B39B84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B2C516-E00B-86E2-0A1F-7D708501D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DB8AB6-12E1-0B8A-BF69-76300AD8B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F8F5B7-354E-AFD3-9B84-796A15BD8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3EEBA2-8560-D329-A5F0-BBFC7E1CF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484809-BE64-CA84-F029-04A5C0071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2282458-F2B5-105E-5F2F-72301E725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2A74AA-B574-A6CB-534C-ED6BE241D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E764D58-7D19-B3CA-2CFF-C8EE83260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1AF184D-271B-085A-6098-1450A380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1" y="182880"/>
            <a:ext cx="11767726" cy="64695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9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persona-</a:t>
            </a:r>
            <a:r>
              <a:rPr lang="en-US" sz="49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card.component.ts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import { Component, Input } from '@angular/core';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@Component({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selector: 'app-persona-card',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templateUrl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'./persona-card.component.html',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styleUrls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['./persona-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card.component.scss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']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})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export class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PersonaCardComponent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{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@Input()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nombre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string = '';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@Input()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edad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number = 0;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@Input()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profesion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string = '';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}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005E9B-7A43-42B4-8627-EB0B08A80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37F5249-C5F3-CD3B-1BFC-E44DB22BF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D1F103-E42E-9E07-B6D6-24EF7EE68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9DDEC5-FF8F-3970-3BCD-42E1AAE15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1145F3C-37E3-0EF8-00C5-EAA44C35B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CFDE40-C828-F221-18C2-AF782CBF3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A30F45-D496-995E-65E8-98E293257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419AC3-E7F5-B3D3-A844-5B2299487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8433BB0-528D-83F0-6E1B-3BD10322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C0C1E47-EF19-F54C-2981-34C57EF45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07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5037E-9538-68D6-242A-0A286550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9D6C89-D726-A947-3DBB-9B9A951DA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B0D9E-DB55-DC6A-98E0-616D8211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223AC1-D3C8-4C07-4342-143292366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9747F9-BE42-A39C-EF6C-419FD807A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DF3C9B-5CEC-3EC3-7AE6-FA6A1CDB0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C3A2E0-17A0-1863-B105-4445B9BE3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0BD1D5-65E9-14EE-9667-F20D7A961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EB5608-8581-638A-B264-034CD8B91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A7A018-EE4A-1530-5BFD-7771AD67D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8594ED5-D835-140A-FEC1-21245B27B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3EAB37-78B5-4680-9DBC-14703372C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14DF946-6CC4-F073-B289-3974FD02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1" y="182880"/>
            <a:ext cx="11767726" cy="64695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Explicación: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1️⃣ Importaciones: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import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{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Input }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from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'@angular/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core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’;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Permite definir un nuevo componente en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Angular.I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nput</a:t>
            </a:r>
            <a:r>
              <a:rPr lang="es-MX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Permite recibir valores desde el componente padre.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2️⃣ Decorador 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@Component({...}):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selector: 'app-persona-</a:t>
            </a:r>
            <a:r>
              <a:rPr lang="es-MX" sz="28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</a:t>
            </a:r>
            <a:r>
              <a:rPr lang="es-MX" sz="2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': 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Define el nombre del componente, lo que nos permite usarlo en el HTML como &lt;app-persona-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&gt;.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templateUrl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Indica que el HTML del componente está en persona-card.component.html.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styleUrls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Apunta a los estilos en persona-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card.component.scss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3️⃣ Clase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PersonaCardComponent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@Input() nombre: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string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= ‘’;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@Input() edad: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number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= 0;</a:t>
            </a:r>
            <a:b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@Input()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profesion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s-MX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string</a:t>
            </a:r>
            <a:r>
              <a:rPr lang="es-MX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= '';</a:t>
            </a: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CD2B32-D6B1-6937-02C2-20059D236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CD320B-805E-7F0E-951E-56DA6DD43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38380E-104B-6484-6169-10A90922E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A60E341-7944-4D72-FF83-F5B5A94F9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E7AAAB6-6F8B-1F6A-81DE-D92184DDE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A3E9E8-6F09-1AF2-0624-5D9149844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8ADECC-67AC-43A6-3589-E530B4447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BD994A-91FA-D36E-E72B-34C428E62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946FD83-C460-D211-8B0F-53DE3712A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30EDC67-FA0B-B498-CC0B-5B6699AEE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8320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EB594-A4A2-6B48-0E31-5DFB664D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EF5B19-1553-E569-2740-320EE0990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5DC4B-CA08-CAC0-0A64-161C8C63A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D2B5FF-EFD1-24B5-1BAA-4A18601E8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B66945-7AD2-1BAA-EFA4-5B45BAC85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4343C05-0494-4D2C-FBB7-83733237F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9A2895-5CE9-53E0-AC0A-B92EF0DAD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BB843A-3F46-14EB-DB2A-CA434FF72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6FA9022-125E-F79F-B09A-369A12437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37812B6-9558-9FBB-031D-EA5BE8979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19718A-6D0F-A616-DE5A-35759757D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4DD2EDB-6323-EBE1-66FE-A85D655B8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538FC3D-FD8A-49C2-1FF9-B334DD12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1" y="182880"/>
            <a:ext cx="11767726" cy="64695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persona-card.component.html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CODIGO: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&lt;div class="persona-card"&gt;</a:t>
            </a:r>
            <a:b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&lt;h2&gt;{{ </a:t>
            </a:r>
            <a:r>
              <a:rPr lang="en-US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nombre</a:t>
            </a: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}}&lt;/h2&gt;</a:t>
            </a:r>
            <a:b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&lt;h4&gt;{{ </a:t>
            </a:r>
            <a:r>
              <a:rPr lang="en-US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profesion</a:t>
            </a: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}}&lt;/h4&gt;</a:t>
            </a:r>
            <a:b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&lt;p&gt;</a:t>
            </a:r>
            <a:r>
              <a:rPr lang="en-US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Edad</a:t>
            </a: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{{ </a:t>
            </a:r>
            <a:r>
              <a:rPr lang="en-US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edad</a:t>
            </a: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}} </a:t>
            </a:r>
            <a:r>
              <a:rPr lang="en-US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años</a:t>
            </a: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&lt;/p&gt;</a:t>
            </a:r>
            <a:b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&lt;/div&gt;</a:t>
            </a:r>
            <a:br>
              <a:rPr lang="en-US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Explicación:</a:t>
            </a:r>
            <a:b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{{ nombre }}, {{ </a:t>
            </a:r>
            <a:r>
              <a:rPr lang="es-MX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profesion</a:t>
            </a: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}}, {{ edad }} → Interpolación en Angular para mostrar datos.</a:t>
            </a:r>
            <a:b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Todo está envuelto en un &lt;</a:t>
            </a:r>
            <a:r>
              <a:rPr lang="es-MX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div</a:t>
            </a: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</a:t>
            </a: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="persona-</a:t>
            </a:r>
            <a:r>
              <a:rPr lang="es-MX" sz="2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card</a:t>
            </a:r>
            <a:r>
              <a:rPr lang="es-MX" sz="2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"&gt; para aplicar estilos fácilmente.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D2437F-9672-BF5E-F8B3-F3272A633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D1B091D-2B1F-9A7A-8D44-C27F52DDA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79BD883-A637-8DD5-3865-EAACD1073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127AAC-401B-E455-9236-3EF98C464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93B354E-B08F-FC37-DE2A-E9732A407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4F5117-5A62-3921-9333-8193E23B3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C4FFFCA-CD6B-307A-D3BD-C5F6D3F8F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7820F5C-FB9B-815F-A1C9-470039C8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A19D527-41E4-D6A6-4D87-383D09AEE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288390E-AC96-C662-6FD8-26F3121C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7478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BE573-CBA6-D4A0-BED2-EBADA8B3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5F7338-FDDE-5D8A-4324-4B372896C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DED815-9406-E917-575C-0322761CD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FB4A239-1562-1BCF-1094-28A1B8ABB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7B5D3D-82DE-4CA0-B78B-525AEDFE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2982283-6FAB-6C8F-C728-2CC8E0BA3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F8CD06B-DB5E-F138-4509-B5B83DAD2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D1E6B56-0EB1-3FBB-B149-35340633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6D14DC-9CE0-F779-B4B5-F6B0C226A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E668E85-E7E6-6A78-44FF-3A6CB7997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410F2D-40CF-4A65-2A85-8D0A723FC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662CAEC-7E8B-F1EA-CE9E-C1CF9DF9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C23D423-D7AB-6F21-CF6E-1D3E2968B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1" y="182880"/>
            <a:ext cx="11767726" cy="64695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MX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¿Cuándo NO es recomendable usarlo?</a:t>
            </a:r>
            <a:br>
              <a:rPr lang="es-MX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❌ Si la información es muy simple y se puede mostrar directamente sin un componente.</a:t>
            </a:r>
            <a:br>
              <a:rPr lang="es-MX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s-MX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❌ Si agregar un componente extra complica innecesariamente el código.</a:t>
            </a:r>
            <a:b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25EA17-76CC-1B72-819C-52EEB5437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9E9B650-A005-E264-4E5D-8B264A266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5D45791-3E43-A6BD-D797-544650EA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93293C-DD39-1864-B3DA-73C27AB72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D4044AF-7531-E87E-5259-815B52A9B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64262F3-38F9-39CD-7B25-E73A421F2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2685D1-2AE8-CDAF-90C3-787058F249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9645C58-C184-2EBA-0EFF-A1D4A8F47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68D48AC-FC33-A8EC-EFB2-19767F57E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3B9CE9-D076-3E34-24EC-2212CA3A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2606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609</Words>
  <Application>Microsoft Office PowerPoint</Application>
  <PresentationFormat>Panorámica</PresentationFormat>
  <Paragraphs>20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¿Qué es un componente?</vt:lpstr>
      <vt:lpstr>¿Para qué sirve un componente?</vt:lpstr>
      <vt:lpstr>¿Cómo se usa en el framework asignado (Angular, React o Vue con Ionic)?</vt:lpstr>
      <vt:lpstr>Creación del Componente. CODIGO: ng generate component persona-card  ¿que hace esto?  Genera carpeta llamada persona-card dentro de src/app/.    </vt:lpstr>
      <vt:lpstr>persona-card.component.ts  import { Component, Input } from '@angular/core';  @Component({   selector: 'app-persona-card',   templateUrl: './persona-card.component.html',   styleUrls: ['./persona-card.component.scss'] }) export class PersonaCardComponent {   @Input() nombre: string = '';   @Input() edad: number = 0;   @Input() profesion: string = ''; }    </vt:lpstr>
      <vt:lpstr> Explicación: 1️⃣ Importaciones: import { Component, Input } from '@angular/core’; Component: Permite definir un nuevo componente en Angular.I nput: Permite recibir valores desde el componente padre. 2️⃣ Decorador  @Component({...}): selector: 'app-persona-card': Define el nombre del componente, lo que nos permite usarlo en el HTML como &lt;app-persona-card&gt;. templateUrl: Indica que el HTML del componente está en persona-card.component.html. styleUrls: Apunta a los estilos en persona-card.component.scss. 3️⃣ Clase  PersonaCardComponent @Input() nombre: string = ‘’; @Input() edad: number = 0; @Input() profesion: string = '';  </vt:lpstr>
      <vt:lpstr> persona-card.component.html CODIGO: &lt;div class="persona-card"&gt;   &lt;h2&gt;{{ nombre }}&lt;/h2&gt;   &lt;h4&gt;{{ profesion }}&lt;/h4&gt;   &lt;p&gt;Edad: {{ edad }} años&lt;/p&gt; &lt;/div&gt; Explicación: {{ nombre }}, {{ profesion }}, {{ edad }} → Interpolación en Angular para mostrar datos. Todo está envuelto en un &lt;div class="persona-card"&gt; para aplicar estilos fácilmente.  </vt:lpstr>
      <vt:lpstr>¿Cuándo NO es recomendable usarlo? ❌ Si la información es muy simple y se puede mostrar directamente sin un componente. ❌ Si agregar un componente extra complica innecesariamente el código.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 Alexis Serrudo Ariza</dc:creator>
  <cp:lastModifiedBy>Edwar Alexis Serrudo Ariza</cp:lastModifiedBy>
  <cp:revision>1</cp:revision>
  <dcterms:created xsi:type="dcterms:W3CDTF">2025-03-25T13:33:59Z</dcterms:created>
  <dcterms:modified xsi:type="dcterms:W3CDTF">2025-03-25T14:15:22Z</dcterms:modified>
</cp:coreProperties>
</file>